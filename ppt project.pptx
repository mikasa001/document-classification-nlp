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  <a:latin typeface="Aptos"/>
              </a:defRPr>
            </a:pPr>
            <a:r>
              <a:t>DOCUMENT CLASSIFICATION</a:t>
            </a:r>
          </a:p>
          <a:p>
            <a:pPr>
              <a:defRPr sz="3200" b="1">
                <a:solidFill>
                  <a:srgbClr val="1F4E79"/>
                </a:solidFill>
                <a:latin typeface="Aptos"/>
              </a:defRPr>
            </a:pPr>
            <a:r>
              <a:t>USING NLP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75569"/>
                </a:solidFill>
                <a:latin typeface="Aptos"/>
              </a:defRPr>
            </a:pPr>
            <a:r>
              <a:t>Internship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9875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ptos"/>
              </a:defRPr>
            </a:pPr>
            <a:r>
              <a:t>Prepared by: Shreya Milind Sarode</a:t>
            </a:r>
          </a:p>
          <a:p>
            <a:pPr>
              <a:defRPr sz="1800" b="0">
                <a:solidFill>
                  <a:srgbClr val="1E293B"/>
                </a:solidFill>
                <a:latin typeface="Aptos"/>
              </a:defRPr>
            </a:pPr>
            <a:r>
              <a:t>Organization: Naviotech Solution Pvt. Ltd.</a:t>
            </a:r>
          </a:p>
          <a:p>
            <a:pPr>
              <a:defRPr sz="1800" b="0">
                <a:solidFill>
                  <a:srgbClr val="1E293B"/>
                </a:solidFill>
                <a:latin typeface="Aptos"/>
              </a:defRPr>
            </a:pPr>
            <a:r>
              <a:t>Submission date: 5 November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Goal: automatically assign text documents to predefined categories.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Dataset: the 20 Newsgroups text dataset provided by scikit-learn.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Approach: TF-IDF feature extraction followed by Multinomial Naive Bayes.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Outputs: accuracy, classification report, and a confusion-matrix image.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Scope: an educational baseline for the dataset's 20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Manual sorting of large volumes of text can be slow and inconsistent.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Build a reproducible pipeline to classify labelled text documents.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Convert text into numerical features using TF-IDF.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Train a supervised classifier and evaluate it on held-out test data.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Use category-level metrics and a confusion matrix to inspect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Dataset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Dataset: 20 Newsgroups, with 20 predefined topic categories.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The code requests removal of headers, footers, and quoted text.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Train/test split: 80% training data and 20% test data.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random_state=42 makes the split reproducible.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Recorded evaluation report: 3,770 test documents.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Python — core programming language.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scikit-learn — dataset, preprocessing, classifier, and evaluation tools.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TfidfVectorizer — creates weighted numerical representations of words.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MultinomialNB — predicts a document category from its feature vector.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Matplotlib — saves the confusion-matrix visualisation.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VS Code and GitHub — development and version hosting.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Methodology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1. Load the labelled text dataset.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2. Split documents and labels into training and testing sets.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3. Fit TF-IDF on training documents and transform both sets.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4. Train Multinomial Naive Bayes on training features.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5. Predict labels for test documents.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6. Calculate metrics and save the confusion matrix.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TF-IDF Feature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Text must be represented numerically before a traditional ML classifier can use it.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TF-IDF gives higher weight to terms that are informative within a document and less common across the corpus.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The implementation removes English stop words.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The vocabulary is capped at 20,000 features.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The vectorizer is fitted on training data only, then applied to test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Classification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Algorithm: Multinomial Naive Bayes.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It estimates class probabilities from word-feature counts/weights under a conditional-independence assumption.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It is a lightweight, fast baseline for many text-classification tasks.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The trained model predicts one of the 20 dataset categories for each test document.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Model limitations include simplified assumptions and uneven performance across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Recorded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Accuracy: 72.18% (0.7217506631 shown in the local results file).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Macro-average F1-score: 0.70.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Weighted-average F1-score: 0.71.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Test documents: 3,770.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These are recorded development results; verify against the final results.txt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Evaluation &amp;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Accuracy summarises the fraction of correctly classified test documents.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Precision measures how often predictions for a category are correct.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Recall measures how many documents belonging to a category are found.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F1-score balances precision and recall.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A confusion matrix shows which categories are confused with one another.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Limitations &amp;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The model uses TF-IDF rather than contextual language representations.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Performance is specific to the 20 Newsgroups dataset and its labels.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Compare against Logistic Regression and Linear SVM baselines.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Tune preprocessing and model settings with cross-validation.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Add a simple interface to classify user-provided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The project demonstrates a complete baseline NLP classification workflow.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TF-IDF and Multinomial Naive Bayes achieved a recorded accuracy of about 72.18%.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The classification report and confusion matrix help identify strengths and errors.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References: scikit-learn documentation for 20 Newsgroups, TfidfVectorizer, MultinomialNB, and model evaluation.</a:t>
            </a:r>
          </a:p>
          <a:p>
            <a:pPr>
              <a:defRPr sz="2000" b="0">
                <a:solidFill>
                  <a:srgbClr val="1E293B"/>
                </a:solidFill>
                <a:latin typeface="Aptos"/>
              </a:defRPr>
            </a:pPr>
            <a:r>
              <a:t>• GitHub repository: Mikasa001/document-classification-nlp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